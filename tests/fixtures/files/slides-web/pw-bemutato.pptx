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showPr loop="1">
    <p:present/>
  </p:showPr>
</p:presentation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Cím és tartalom">
    <p:spTree/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</p:bgPr>
    </p:bg>
    <p:spTree/>
  </p:cSld>
  <p:clrMap bg1="lt1" tx1="dk1" bg2="lt2" tx2="dk2" accent1="accent1" accent2="accent2" accent3="accent1" accent4="accent1" accent5="accent1" accent6="accent1" hlink="accent1" folHlink="accent1"/>
  <p:txStyles>
    <p:titleStyle>
      <a:lvl1pPr>
        <a:defRPr sz="4000">
          <a:latin typeface="+mj-lt"/>
        </a:defRPr>
      </a:lvl1pPr>
    </p:titleStyle>
    <p:bodyStyle>
      <a:lvl1pPr>
        <a:defRPr sz="2800">
          <a:latin typeface="+mn-lt"/>
        </a:defRPr>
      </a:lvl1pPr>
    </p:body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0000"/>
        </a:solidFill>
      </p:bgPr>
    </p:bg>
    <p:spTree>
      <p:nvGrpSpPr>
        <p:cNvPr id="1" name=""/>
        <p:cNvGrpSpPr/>
        <p:nvPr/>
      </p:nvGrpSpPr>
      <p:grpSpPr/>
      <p:sp>
        <p:nvSpPr>
          <p:cNvPr id="2" name="Cím"/>
          <p:cNvSpPr/>
          <p:nvPr>
            <p:ph type="title"/>
          </p:nvPr>
        </p:nvSpPr>
        <p:spPr/>
        <p:txBody>
          <a:bodyPr/>
          <a:p>
            <a:r>
              <a:rPr lang="hu-HU" sz="4400"/>
              <a:t>Üdvözlet</a:t>
            </a:r>
          </a:p>
        </p:txBody>
      </p:sp>
      <p:sp>
        <p:nvSpPr>
          <p:cNvPr id="3" name="Doboz"/>
          <p:cNvSpPr/>
          <p:nvPr/>
        </p:nvSpPr>
        <p:spPr>
          <a:prstGeom prst="rect">
            <a:avLst/>
          </a:prstGeom>
          <a:solidFill>
            <a:srgbClr val="00B050">
              <a:alpha val="70000"/>
            </a:srgbClr>
          </a:solidFill>
        </p:spPr>
        <p:txBody>
          <a:bodyPr/>
          <a:p>
            <a:r>
              <a:rPr lang="hu-HU"/>
              <a:t>Zöld doboz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set>
                                    <p:anim calcmode="lin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>
          <a:gsLst>
            <a:gs pos="0">
              <a:srgbClr val="FFFFFF"/>
            </a:gs>
            <a:gs pos="100000">
              <a:srgbClr val="4472C4"/>
            </a:gs>
          </a:gsLst>
        </a:gradFill>
      </p:bgPr>
    </p:bg>
    <p:spTree>
      <p:nvGrpSpPr>
        <p:cNvPr id="1" name=""/>
        <p:cNvGrpSpPr/>
        <p:nvPr/>
      </p:nvGrpSpPr>
      <p:grpSpPr/>
      <p:pic>
        <p:nvPicPr>
          <p:cNvPr id="4" name="Kép" descr="Logo"/>
          <p:cNvPicPr/>
          <p:nvPr/>
        </p:nvPicPr>
        <p:blipFill>
          <a:blip/>
        </p:blipFill>
        <p:spPr>
          <a:xfrm>
            <a:off x="0" y="0"/>
            <a:ext cx="2880000" cy="1440000"/>
          </a:xfrm>
          <a:prstGeom prst="rect">
            <a:avLst/>
          </a:prstGeom>
        </p:spPr>
      </p:pic>
    </p:spTree>
  </p:cSld>
  <p:transition spd="med">
    <p:fade/>
  </p:transition>
</p:sld>
</file>

<file path=ppt/theme/theme1.xml><?xml version="1.0" encoding="utf-8"?>
<a:theme xmlns:a="http://schemas.openxmlformats.org/drawingml/2006/main" name="PW">
  <a:themeElements>
    <a:clrScheme name="PW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</a:clrScheme>
    <a:fontScheme name="PW">
      <a:majorFont>
        <a:latin typeface="Arial"/>
      </a:majorFont>
      <a:minorFont>
        <a:latin typeface="Verdana"/>
      </a:minorFont>
    </a:fontScheme>
    <a:fmtScheme name="PW">
      <a:bgFillStyleLst>
        <a:solidFill>
          <a:schemeClr val="phClr"/>
        </a:solidFill>
      </a:bgFillStyleLst>
    </a:fmtScheme>
  </a:themeElements>
</a:theme>
</file>